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 snapToObjects="1">
      <p:cViewPr varScale="1">
        <p:scale>
          <a:sx n="119" d="100"/>
          <a:sy n="119" d="100"/>
        </p:scale>
        <p:origin x="504" y="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CS 5588 — Week 1 Hands-On Lab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Analytics &amp; GenAI Systems Bootcamp</a:t>
            </a:r>
          </a:p>
          <a:p>
            <a:r>
              <a:t>GitHub → Colab → Hugging Face → Embeddings → Retrieval → Generation</a:t>
            </a:r>
          </a:p>
          <a:p>
            <a:r>
              <a:t>January 22,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GenAI Systems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Transformer encoders generate semantic embeddings from structured and unstructured data</a:t>
            </a:r>
          </a:p>
          <a:p>
            <a:r>
              <a:t>• Vector databases enable scalable similarity search and knowledge retrieval</a:t>
            </a:r>
          </a:p>
          <a:p>
            <a:r>
              <a:t>• Retrieved context conditions downstream LLM reasoning and generation</a:t>
            </a:r>
          </a:p>
          <a:p>
            <a:r>
              <a:t>• Pipeline supports enterprise copilots, analytics dashboards, and decision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 GitHub for collaborative AI system development (forks, commits, PRs)</a:t>
            </a:r>
          </a:p>
          <a:p>
            <a:r>
              <a:t>• Run cloud-based notebooks using Google Colab</a:t>
            </a:r>
          </a:p>
          <a:p>
            <a:r>
              <a:t>• Load foundation models and datasets from Hugging Face Hub</a:t>
            </a:r>
          </a:p>
          <a:p>
            <a:r>
              <a:t>• Build an embedding-based retrieval backbone for RAG systems</a:t>
            </a:r>
          </a:p>
          <a:p>
            <a:r>
              <a:t>• Understand retrieval integration into analytics and decision pipelines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Time-Boxed Agenda (60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0–5 min — GitHub Project Setup</a:t>
            </a:r>
          </a:p>
          <a:p>
            <a:r>
              <a:t>5–15 min — Colab Environment &amp; Notebook Execution</a:t>
            </a:r>
          </a:p>
          <a:p>
            <a:r>
              <a:t>15–30 min — Transformer Embeddings &amp; Representation Learning</a:t>
            </a:r>
          </a:p>
          <a:p>
            <a:r>
              <a:t>30–50 min — Vector Search &amp; Mini-RAG Pipeline</a:t>
            </a:r>
          </a:p>
          <a:p>
            <a:r>
              <a:t>50–55 min — Commit, PR &amp; Reproducibility Check</a:t>
            </a:r>
          </a:p>
          <a:p>
            <a:r>
              <a:t>55–60 min — Systems Reflection: Retrieval → Reasoning → Decisions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Fork course repository and update README with your research interest</a:t>
            </a:r>
          </a:p>
          <a:p>
            <a:r>
              <a:t>2. Open week1_embeddings.ipynb in Google Colab</a:t>
            </a:r>
          </a:p>
          <a:p>
            <a:r>
              <a:t>3. Install: transformers, datasets, sentence-transformers, faiss-cpu</a:t>
            </a:r>
          </a:p>
          <a:p>
            <a:r>
              <a:t>4. Generate embeddings using MiniLM model on AG News dataset</a:t>
            </a:r>
          </a:p>
          <a:p>
            <a:r>
              <a:t>5. Build FAISS index and test search queries</a:t>
            </a:r>
          </a:p>
          <a:p>
            <a:r>
              <a:t>6. Commit results and open a Pull Request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Exit Ticket:</a:t>
            </a:r>
          </a:p>
          <a:p>
            <a:r>
              <a:t>Explain how embedding-based retrieval improves reasoning and decision quality</a:t>
            </a:r>
          </a:p>
          <a:p>
            <a:r>
              <a:t>in GenAI-powered analytics systems.</a:t>
            </a:r>
          </a:p>
          <a:p/>
          <a:p>
            <a:r>
              <a:t>Submission: LMS or GitHub Issue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414</Words>
  <Application>Microsoft Macintosh PowerPoint</Application>
  <PresentationFormat>Widescreen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CS 5542 — Week 1 Hands-On Lab</vt:lpstr>
      <vt:lpstr>GenAI Systems Context</vt:lpstr>
      <vt:lpstr>Learning Goals</vt:lpstr>
      <vt:lpstr>Time-Boxed Agenda (60 Minutes)</vt:lpstr>
      <vt:lpstr>0–5 min — GitHub Setup</vt:lpstr>
      <vt:lpstr>5–15 min — Jupyter &amp; Google Colab</vt:lpstr>
      <vt:lpstr>15–30 min — Hugging Face Hub (Transformer Encoders)</vt:lpstr>
      <vt:lpstr>30–50 min — Vector Retrieval (Mini-RAG)</vt:lpstr>
      <vt:lpstr>50–55 min — Commit &amp; Pull Request</vt:lpstr>
      <vt:lpstr>55–60 min — Wrap-Up Reflection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Lee, Yugyung</cp:lastModifiedBy>
  <cp:revision>2</cp:revision>
  <dcterms:created xsi:type="dcterms:W3CDTF">2013-01-27T09:14:16Z</dcterms:created>
  <dcterms:modified xsi:type="dcterms:W3CDTF">2026-01-19T04:23:42Z</dcterms:modified>
  <cp:category/>
</cp:coreProperties>
</file>